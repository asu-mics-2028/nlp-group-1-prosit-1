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5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3D3F"/>
    <a:srgbClr val="FEB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0408"/>
    <p:restoredTop sz="94668"/>
  </p:normalViewPr>
  <p:slideViewPr>
    <p:cSldViewPr snapToGrid="0" showGuides="1">
      <p:cViewPr varScale="1">
        <p:scale>
          <a:sx n="122" d="100"/>
          <a:sy n="122" d="100"/>
        </p:scale>
        <p:origin x="976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BAACF-1FE1-3041-8D48-9BE4F9D3A142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4E99A-28DC-854C-A27F-48DAC5546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70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4E99A-28DC-854C-A27F-48DAC5546B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19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9D45B-BE43-ACAE-C98D-CD409D3F2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AF29B-2995-3FE3-E32E-07E5E4FE3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8A0BA-A022-BCA2-321D-1C8E84FCF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50386-BEF1-C13E-4628-B225D868C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4E99A-28DC-854C-A27F-48DAC5546BB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59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902EB5-2D68-7C82-2B73-622445F073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277618" cy="6858000"/>
          </a:xfrm>
          <a:prstGeom prst="rect">
            <a:avLst/>
          </a:prstGeom>
          <a:solidFill>
            <a:srgbClr val="AB3D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B8DB6-0644-6D85-CE40-32DB5FC894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646345"/>
            <a:ext cx="9144000" cy="2387600"/>
          </a:xfrm>
        </p:spPr>
        <p:txBody>
          <a:bodyPr anchor="b">
            <a:normAutofit/>
          </a:bodyPr>
          <a:lstStyle>
            <a:lvl1pPr algn="ctr">
              <a:defRPr sz="72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F9ADF-AB1D-D8EF-C0DC-CC65B87FEC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126020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FEBA5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presenter/Presentation Theme</a:t>
            </a:r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740E5B89-BE2A-8897-9C51-87939D7ACE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8464" y="612116"/>
            <a:ext cx="2280690" cy="176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66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902EB5-2D68-7C82-2B73-622445F073EF}"/>
              </a:ext>
            </a:extLst>
          </p:cNvPr>
          <p:cNvSpPr>
            <a:spLocks/>
          </p:cNvSpPr>
          <p:nvPr userDrawn="1"/>
        </p:nvSpPr>
        <p:spPr>
          <a:xfrm>
            <a:off x="6519862" y="0"/>
            <a:ext cx="5757755" cy="6858000"/>
          </a:xfrm>
          <a:prstGeom prst="rect">
            <a:avLst/>
          </a:prstGeom>
          <a:solidFill>
            <a:srgbClr val="AB3D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6EEFFD5-8D2F-6A6F-D9D7-941FC95C9AF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19863" y="0"/>
            <a:ext cx="575786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3FB70-BBA1-C271-9855-4C1FF207E3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500" y="1888095"/>
            <a:ext cx="5100639" cy="3571875"/>
          </a:xfrm>
        </p:spPr>
        <p:txBody>
          <a:bodyPr/>
          <a:lstStyle>
            <a:lvl1pPr marL="9525" indent="-952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>
                <a:solidFill>
                  <a:schemeClr val="tx1"/>
                </a:solidFill>
              </a:defRPr>
            </a:lvl1pPr>
            <a:lvl2pPr marL="234950" indent="-234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>
                <a:solidFill>
                  <a:schemeClr val="bg1"/>
                </a:solidFill>
              </a:defRPr>
            </a:lvl2pPr>
            <a:lvl3pPr marL="234950" indent="-234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234950" indent="-234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>
                <a:solidFill>
                  <a:schemeClr val="bg1"/>
                </a:solidFill>
              </a:defRPr>
            </a:lvl4pPr>
            <a:lvl5pPr marL="234950" indent="-234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Nunc viverra imperdiet enim. Fusce est. Vivamus a tellus.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Pellentesque habitant morbi tristique senectus et netus et malesuada fames ac turpis egestas. Proin pharetra nonummy pede. Mauris et orci.</a:t>
            </a:r>
          </a:p>
          <a:p>
            <a:pPr lvl="0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5178F-B3E4-F499-8725-5BB0E2121E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" y="571500"/>
            <a:ext cx="5366963" cy="825785"/>
          </a:xfrm>
        </p:spPr>
        <p:txBody>
          <a:bodyPr>
            <a:noAutofit/>
          </a:bodyPr>
          <a:lstStyle>
            <a:lvl1pPr marL="9525" indent="-9525">
              <a:buNone/>
              <a:tabLst/>
              <a:defRPr sz="3200" b="1" i="0">
                <a:solidFill>
                  <a:srgbClr val="AB3D3F"/>
                </a:solidFill>
                <a:latin typeface="Poppins" pitchFamily="2" charset="77"/>
                <a:cs typeface="Poppins" pitchFamily="2" charset="77"/>
              </a:defRPr>
            </a:lvl1pPr>
            <a:lvl2pPr marL="9525" indent="-9525">
              <a:buNone/>
              <a:tabLst/>
              <a:defRPr>
                <a:solidFill>
                  <a:srgbClr val="FEBA5A"/>
                </a:solidFill>
              </a:defRPr>
            </a:lvl2pPr>
            <a:lvl3pPr marL="9525" indent="-9525">
              <a:buNone/>
              <a:tabLst/>
              <a:defRPr>
                <a:solidFill>
                  <a:srgbClr val="FEBA5A"/>
                </a:solidFill>
              </a:defRPr>
            </a:lvl3pPr>
            <a:lvl4pPr marL="9525" indent="-9525">
              <a:buNone/>
              <a:tabLst/>
              <a:defRPr>
                <a:solidFill>
                  <a:srgbClr val="FEBA5A"/>
                </a:solidFill>
              </a:defRPr>
            </a:lvl4pPr>
            <a:lvl5pPr marL="9525" indent="-9525">
              <a:buNone/>
              <a:tabLst/>
              <a:defRPr>
                <a:solidFill>
                  <a:srgbClr val="FEBA5A"/>
                </a:solidFill>
              </a:defRPr>
            </a:lvl5pPr>
          </a:lstStyle>
          <a:p>
            <a:pPr lvl="0"/>
            <a:r>
              <a:rPr lang="en-US" dirty="0"/>
              <a:t>Page Title Goes Here</a:t>
            </a:r>
          </a:p>
        </p:txBody>
      </p:sp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E7071D51-2DED-DED6-4D8B-311C90842A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1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+tex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08DBBC-2EEC-3B63-D7C7-7266B52116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500" y="1718251"/>
            <a:ext cx="5099050" cy="3853874"/>
          </a:xfrm>
        </p:spPr>
        <p:txBody>
          <a:bodyPr/>
          <a:lstStyle>
            <a:lvl1pPr marL="9525" indent="-9525">
              <a:buNone/>
              <a:tabLst/>
              <a:defRPr sz="2000"/>
            </a:lvl1pPr>
            <a:lvl2pPr marL="9525" indent="-9525">
              <a:buNone/>
              <a:tabLst/>
              <a:defRPr sz="2000"/>
            </a:lvl2pPr>
            <a:lvl3pPr marL="9525" indent="-9525">
              <a:buNone/>
              <a:tabLst/>
              <a:defRPr sz="2000"/>
            </a:lvl3pPr>
            <a:lvl4pPr marL="9525" indent="-9525">
              <a:buNone/>
              <a:tabLst/>
              <a:defRPr sz="2000"/>
            </a:lvl4pPr>
            <a:lvl5pPr marL="9525" indent="-9525">
              <a:buNone/>
              <a:tabLst/>
              <a:defRPr sz="2000"/>
            </a:lvl5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/>
              <a:t>Nunc </a:t>
            </a:r>
            <a:r>
              <a:rPr lang="en-US" dirty="0"/>
              <a:t>viverra imperdiet enim. Fusce est. Vivamus a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morbi tristique senectus et netus et malesuada fames ac turpis egestas.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EB79326-57CB-B585-F8AA-E3AE38C62A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" y="571500"/>
            <a:ext cx="5839574" cy="737700"/>
          </a:xfrm>
        </p:spPr>
        <p:txBody>
          <a:bodyPr>
            <a:noAutofit/>
          </a:bodyPr>
          <a:lstStyle>
            <a:lvl1pPr marL="9525" indent="-9525">
              <a:buNone/>
              <a:tabLst/>
              <a:defRPr sz="3200" b="1" i="0">
                <a:solidFill>
                  <a:srgbClr val="AB3D3F"/>
                </a:solidFill>
                <a:latin typeface="Poppins" pitchFamily="2" charset="77"/>
                <a:cs typeface="Poppins" pitchFamily="2" charset="77"/>
              </a:defRPr>
            </a:lvl1pPr>
            <a:lvl2pPr marL="9525" indent="-9525">
              <a:buNone/>
              <a:tabLst/>
              <a:defRPr>
                <a:solidFill>
                  <a:srgbClr val="FEBA5A"/>
                </a:solidFill>
              </a:defRPr>
            </a:lvl2pPr>
            <a:lvl3pPr marL="9525" indent="-9525">
              <a:buNone/>
              <a:tabLst/>
              <a:defRPr>
                <a:solidFill>
                  <a:srgbClr val="FEBA5A"/>
                </a:solidFill>
              </a:defRPr>
            </a:lvl3pPr>
            <a:lvl4pPr marL="9525" indent="-9525">
              <a:buNone/>
              <a:tabLst/>
              <a:defRPr>
                <a:solidFill>
                  <a:srgbClr val="FEBA5A"/>
                </a:solidFill>
              </a:defRPr>
            </a:lvl4pPr>
            <a:lvl5pPr marL="9525" indent="-9525">
              <a:buNone/>
              <a:tabLst/>
              <a:defRPr>
                <a:solidFill>
                  <a:srgbClr val="FEBA5A"/>
                </a:solidFill>
              </a:defRPr>
            </a:lvl5pPr>
          </a:lstStyle>
          <a:p>
            <a:pPr lvl="0"/>
            <a:r>
              <a:rPr lang="en-US" dirty="0"/>
              <a:t>Page Title Goes Here</a:t>
            </a:r>
          </a:p>
        </p:txBody>
      </p:sp>
      <p:sp>
        <p:nvSpPr>
          <p:cNvPr id="14" name="Online Image Placeholder 13">
            <a:extLst>
              <a:ext uri="{FF2B5EF4-FFF2-40B4-BE49-F238E27FC236}">
                <a16:creationId xmlns:a16="http://schemas.microsoft.com/office/drawing/2014/main" id="{2C7AA65B-40A4-C038-8C70-8C73E9A7E96A}"/>
              </a:ext>
            </a:extLst>
          </p:cNvPr>
          <p:cNvSpPr>
            <a:spLocks noGrp="1"/>
          </p:cNvSpPr>
          <p:nvPr>
            <p:ph type="clipArt" sz="quarter" idx="12"/>
          </p:nvPr>
        </p:nvSpPr>
        <p:spPr>
          <a:xfrm>
            <a:off x="6637338" y="571500"/>
            <a:ext cx="4983162" cy="498316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8BA22CA2-7FB6-DBFF-30E0-A66D4015C8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44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5178F-B3E4-F499-8725-5BB0E2121E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" y="571500"/>
            <a:ext cx="5839574" cy="737700"/>
          </a:xfrm>
        </p:spPr>
        <p:txBody>
          <a:bodyPr>
            <a:noAutofit/>
          </a:bodyPr>
          <a:lstStyle>
            <a:lvl1pPr marL="9525" indent="-9525">
              <a:buNone/>
              <a:tabLst/>
              <a:defRPr sz="3200" b="1" i="0">
                <a:solidFill>
                  <a:srgbClr val="AB3D3F"/>
                </a:solidFill>
                <a:latin typeface="Poppins" pitchFamily="2" charset="77"/>
                <a:cs typeface="Poppins" pitchFamily="2" charset="77"/>
              </a:defRPr>
            </a:lvl1pPr>
            <a:lvl2pPr marL="9525" indent="-9525">
              <a:buNone/>
              <a:tabLst/>
              <a:defRPr>
                <a:solidFill>
                  <a:srgbClr val="FEBA5A"/>
                </a:solidFill>
              </a:defRPr>
            </a:lvl2pPr>
            <a:lvl3pPr marL="9525" indent="-9525">
              <a:buNone/>
              <a:tabLst/>
              <a:defRPr>
                <a:solidFill>
                  <a:srgbClr val="FEBA5A"/>
                </a:solidFill>
              </a:defRPr>
            </a:lvl3pPr>
            <a:lvl4pPr marL="9525" indent="-9525">
              <a:buNone/>
              <a:tabLst/>
              <a:defRPr>
                <a:solidFill>
                  <a:srgbClr val="FEBA5A"/>
                </a:solidFill>
              </a:defRPr>
            </a:lvl4pPr>
            <a:lvl5pPr marL="9525" indent="-9525">
              <a:buNone/>
              <a:tabLst/>
              <a:defRPr>
                <a:solidFill>
                  <a:srgbClr val="FEBA5A"/>
                </a:solidFill>
              </a:defRPr>
            </a:lvl5pPr>
          </a:lstStyle>
          <a:p>
            <a:pPr lvl="0"/>
            <a:r>
              <a:rPr lang="en-US" dirty="0"/>
              <a:t>Page 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5375A8-91AB-0E93-E5FB-EC93D13BAF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500" y="1705831"/>
            <a:ext cx="5325866" cy="3866294"/>
          </a:xfrm>
        </p:spPr>
        <p:txBody>
          <a:bodyPr numCol="1">
            <a:noAutofit/>
          </a:bodyPr>
          <a:lstStyle>
            <a:lvl1pPr marL="9525" indent="0">
              <a:lnSpc>
                <a:spcPct val="100000"/>
              </a:lnSpc>
              <a:spcBef>
                <a:spcPts val="200"/>
              </a:spcBef>
              <a:buNone/>
              <a:tabLst/>
              <a:defRPr sz="2000"/>
            </a:lvl1pPr>
            <a:lvl2pPr marL="9525" indent="0">
              <a:buNone/>
              <a:tabLst/>
              <a:defRPr/>
            </a:lvl2pPr>
            <a:lvl3pPr marL="9525" indent="0">
              <a:buNone/>
              <a:tabLst/>
              <a:defRPr/>
            </a:lvl3pPr>
            <a:lvl4pPr marL="9525" indent="0">
              <a:buNone/>
              <a:tabLst/>
              <a:defRPr/>
            </a:lvl4pPr>
            <a:lvl5pPr marL="9525" indent="0"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Nunc viverra imperdiet enim. Fusce est. Vivamus a tellus.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Pellentesque habitant morbi tristique senectus et netus et malesuada fames ac turpis egestas. 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959AB93-84F2-5EFC-AA67-B631245F3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074" y="1705831"/>
            <a:ext cx="5209426" cy="3866294"/>
          </a:xfrm>
        </p:spPr>
        <p:txBody>
          <a:bodyPr numCol="1">
            <a:noAutofit/>
          </a:bodyPr>
          <a:lstStyle>
            <a:lvl1pPr marL="9525" indent="0">
              <a:lnSpc>
                <a:spcPct val="100000"/>
              </a:lnSpc>
              <a:spcBef>
                <a:spcPts val="200"/>
              </a:spcBef>
              <a:buNone/>
              <a:tabLst/>
              <a:defRPr sz="2000"/>
            </a:lvl1pPr>
            <a:lvl2pPr marL="9525" indent="0">
              <a:buNone/>
              <a:tabLst/>
              <a:defRPr/>
            </a:lvl2pPr>
            <a:lvl3pPr marL="9525" indent="0">
              <a:buNone/>
              <a:tabLst/>
              <a:defRPr/>
            </a:lvl3pPr>
            <a:lvl4pPr marL="9525" indent="0">
              <a:buNone/>
              <a:tabLst/>
              <a:defRPr/>
            </a:lvl4pPr>
            <a:lvl5pPr marL="9525" indent="0"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Nunc viverra imperdiet enim. Fusce est. Vivamus a tellus.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Pellentesque habitant morbi tristique senectus et netus et malesuada fames ac turpis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pic>
        <p:nvPicPr>
          <p:cNvPr id="2" name="Picture 1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1F06BF25-D7FE-588C-3AF2-B632FFF7FC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36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5178F-B3E4-F499-8725-5BB0E2121E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6213" y="2714625"/>
            <a:ext cx="5839574" cy="866882"/>
          </a:xfrm>
        </p:spPr>
        <p:txBody>
          <a:bodyPr>
            <a:noAutofit/>
          </a:bodyPr>
          <a:lstStyle>
            <a:lvl1pPr marL="9525" indent="-9525" algn="ctr">
              <a:buNone/>
              <a:tabLst/>
              <a:defRPr sz="4000" b="1" i="0">
                <a:solidFill>
                  <a:srgbClr val="AB3D3F"/>
                </a:solidFill>
                <a:latin typeface="Poppins" pitchFamily="2" charset="77"/>
                <a:cs typeface="Poppins" pitchFamily="2" charset="77"/>
              </a:defRPr>
            </a:lvl1pPr>
            <a:lvl2pPr marL="9525" indent="-9525">
              <a:buNone/>
              <a:tabLst/>
              <a:defRPr>
                <a:solidFill>
                  <a:srgbClr val="FEBA5A"/>
                </a:solidFill>
              </a:defRPr>
            </a:lvl2pPr>
            <a:lvl3pPr marL="9525" indent="-9525">
              <a:buNone/>
              <a:tabLst/>
              <a:defRPr>
                <a:solidFill>
                  <a:srgbClr val="FEBA5A"/>
                </a:solidFill>
              </a:defRPr>
            </a:lvl3pPr>
            <a:lvl4pPr marL="9525" indent="-9525">
              <a:buNone/>
              <a:tabLst/>
              <a:defRPr>
                <a:solidFill>
                  <a:srgbClr val="FEBA5A"/>
                </a:solidFill>
              </a:defRPr>
            </a:lvl4pPr>
            <a:lvl5pPr marL="9525" indent="-9525">
              <a:buNone/>
              <a:tabLst/>
              <a:defRPr>
                <a:solidFill>
                  <a:srgbClr val="FEBA5A"/>
                </a:solidFill>
              </a:defRPr>
            </a:lvl5pPr>
          </a:lstStyle>
          <a:p>
            <a:pPr lvl="0"/>
            <a:r>
              <a:rPr lang="en-US" dirty="0"/>
              <a:t>Section 1</a:t>
            </a:r>
          </a:p>
        </p:txBody>
      </p:sp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C7E7E30D-48A9-0F2C-D52B-0DCE97DD8D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85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+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1E0C39-5847-34EA-6718-F8C2CDEBD6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018" y="571500"/>
            <a:ext cx="3540125" cy="35718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F0386ED-403C-9CE4-79D4-FB74F6612B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32552" y="571500"/>
            <a:ext cx="3540125" cy="35718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DFF1C96-1D9C-0242-A355-B902B1CB68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75087" y="571500"/>
            <a:ext cx="3540125" cy="35718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36654BE-A652-EA96-9C4B-5654EE38EE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0538" y="4346575"/>
            <a:ext cx="3321174" cy="1225550"/>
          </a:xfrm>
        </p:spPr>
        <p:txBody>
          <a:bodyPr/>
          <a:lstStyle>
            <a:lvl1pPr marL="9525" indent="-9525">
              <a:buNone/>
              <a:tabLst/>
              <a:defRPr sz="2000"/>
            </a:lvl1pPr>
            <a:lvl2pPr marL="9525" indent="-9525">
              <a:buNone/>
              <a:tabLst/>
              <a:defRPr sz="2000"/>
            </a:lvl2pPr>
            <a:lvl3pPr marL="9525" indent="-9525">
              <a:buNone/>
              <a:tabLst/>
              <a:defRPr sz="2000"/>
            </a:lvl3pPr>
            <a:lvl4pPr marL="9525" indent="-9525">
              <a:buNone/>
              <a:tabLst/>
              <a:defRPr sz="2000"/>
            </a:lvl4pPr>
            <a:lvl5pPr marL="9525" indent="-9525">
              <a:buNone/>
              <a:tabLst/>
              <a:defRPr sz="2000"/>
            </a:lvl5pPr>
          </a:lstStyle>
          <a:p>
            <a:pPr lvl="0"/>
            <a:r>
              <a:rPr lang="en-US" dirty="0"/>
              <a:t>Lorem ipsum dolor sit amet, consectetuer adipiscing elit.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0E8F210-ED7A-42FC-153F-7FB4542F93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2799" y="4346575"/>
            <a:ext cx="3321174" cy="1225550"/>
          </a:xfrm>
        </p:spPr>
        <p:txBody>
          <a:bodyPr/>
          <a:lstStyle>
            <a:lvl1pPr marL="9525" indent="-9525">
              <a:buNone/>
              <a:tabLst/>
              <a:defRPr sz="2000"/>
            </a:lvl1pPr>
            <a:lvl2pPr marL="9525" indent="-9525">
              <a:buNone/>
              <a:tabLst/>
              <a:defRPr sz="2000"/>
            </a:lvl2pPr>
            <a:lvl3pPr marL="9525" indent="-9525">
              <a:buNone/>
              <a:tabLst/>
              <a:defRPr sz="2000"/>
            </a:lvl3pPr>
            <a:lvl4pPr marL="9525" indent="-9525">
              <a:buNone/>
              <a:tabLst/>
              <a:defRPr sz="2000"/>
            </a:lvl4pPr>
            <a:lvl5pPr marL="9525" indent="-9525">
              <a:buNone/>
              <a:tabLst/>
              <a:defRPr sz="2000"/>
            </a:lvl5pPr>
          </a:lstStyle>
          <a:p>
            <a:pPr lvl="0"/>
            <a:r>
              <a:rPr lang="en-US" dirty="0"/>
              <a:t>Lorem ipsum dolor sit amet, consectetuer adipiscing elit.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FC5AF15-335B-D159-89A8-60AC7CBF53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5059" y="4346575"/>
            <a:ext cx="3321174" cy="1225550"/>
          </a:xfrm>
        </p:spPr>
        <p:txBody>
          <a:bodyPr/>
          <a:lstStyle>
            <a:lvl1pPr marL="9525" indent="-9525">
              <a:buNone/>
              <a:tabLst/>
              <a:defRPr sz="2000"/>
            </a:lvl1pPr>
            <a:lvl2pPr marL="9525" indent="-9525">
              <a:buNone/>
              <a:tabLst/>
              <a:defRPr sz="2000"/>
            </a:lvl2pPr>
            <a:lvl3pPr marL="9525" indent="-9525">
              <a:buNone/>
              <a:tabLst/>
              <a:defRPr sz="2000"/>
            </a:lvl3pPr>
            <a:lvl4pPr marL="9525" indent="-9525">
              <a:buNone/>
              <a:tabLst/>
              <a:defRPr sz="2000"/>
            </a:lvl4pPr>
            <a:lvl5pPr marL="9525" indent="-9525">
              <a:buNone/>
              <a:tabLst/>
              <a:defRPr sz="2000"/>
            </a:lvl5pPr>
          </a:lstStyle>
          <a:p>
            <a:pPr lvl="0"/>
            <a:r>
              <a:rPr lang="en-US" dirty="0"/>
              <a:t>Lorem ipsum dolor sit amet, consectetuer adipiscing elit.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endParaRPr lang="en-US" dirty="0"/>
          </a:p>
        </p:txBody>
      </p:sp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251C0F5F-3286-C730-7CFD-3A9657C633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44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2A1B0E3B-CBB4-E674-936A-616C314721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7E89B82-9448-D70A-2D25-DB4A33CA745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61243" y="1500745"/>
            <a:ext cx="10069513" cy="40100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90E73F1-F338-E722-E17F-FDC88F6C1B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1243" y="571500"/>
            <a:ext cx="5839574" cy="737700"/>
          </a:xfrm>
        </p:spPr>
        <p:txBody>
          <a:bodyPr>
            <a:noAutofit/>
          </a:bodyPr>
          <a:lstStyle>
            <a:lvl1pPr marL="9525" indent="-9525">
              <a:buNone/>
              <a:tabLst/>
              <a:defRPr sz="3200" b="1" i="0">
                <a:solidFill>
                  <a:srgbClr val="AB3D3F"/>
                </a:solidFill>
                <a:latin typeface="Poppins" pitchFamily="2" charset="77"/>
                <a:cs typeface="Poppins" pitchFamily="2" charset="77"/>
              </a:defRPr>
            </a:lvl1pPr>
            <a:lvl2pPr marL="9525" indent="-9525">
              <a:buNone/>
              <a:tabLst/>
              <a:defRPr>
                <a:solidFill>
                  <a:srgbClr val="FEBA5A"/>
                </a:solidFill>
              </a:defRPr>
            </a:lvl2pPr>
            <a:lvl3pPr marL="9525" indent="-9525">
              <a:buNone/>
              <a:tabLst/>
              <a:defRPr>
                <a:solidFill>
                  <a:srgbClr val="FEBA5A"/>
                </a:solidFill>
              </a:defRPr>
            </a:lvl3pPr>
            <a:lvl4pPr marL="9525" indent="-9525">
              <a:buNone/>
              <a:tabLst/>
              <a:defRPr>
                <a:solidFill>
                  <a:srgbClr val="FEBA5A"/>
                </a:solidFill>
              </a:defRPr>
            </a:lvl4pPr>
            <a:lvl5pPr marL="9525" indent="-9525">
              <a:buNone/>
              <a:tabLst/>
              <a:defRPr>
                <a:solidFill>
                  <a:srgbClr val="FEBA5A"/>
                </a:solidFill>
              </a:defRPr>
            </a:lvl5pPr>
          </a:lstStyle>
          <a:p>
            <a:pPr lvl="0"/>
            <a:r>
              <a:rPr lang="en-US" dirty="0"/>
              <a:t>Table Title Goes Here</a:t>
            </a:r>
          </a:p>
        </p:txBody>
      </p:sp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D9970793-154C-FF6F-4959-1A421E9730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55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902EB5-2D68-7C82-2B73-622445F073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277618" cy="6858000"/>
          </a:xfrm>
          <a:prstGeom prst="rect">
            <a:avLst/>
          </a:prstGeom>
          <a:solidFill>
            <a:srgbClr val="AB3D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B8DB6-0644-6D85-CE40-32DB5FC894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567352"/>
            <a:ext cx="9144000" cy="2387600"/>
          </a:xfrm>
        </p:spPr>
        <p:txBody>
          <a:bodyPr anchor="ctr">
            <a:normAutofit/>
          </a:bodyPr>
          <a:lstStyle>
            <a:lvl1pPr algn="ctr">
              <a:defRPr sz="72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7D2CF73-6B55-FE59-781B-E23748870E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8464" y="612116"/>
            <a:ext cx="2280690" cy="176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21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05699-92A5-EB03-A586-D694772C2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DCB07-5550-B2DC-9B59-357D44D12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1CA2F-0E68-75F8-D4DA-0DEA79DFB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04F34-8FD2-3341-B014-12F06072F6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7ED29-C1D1-ECD5-F311-2A4049F52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219D1-0A90-0688-51B4-795893344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15B29-94FF-B045-94DC-8D21B6115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1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6" r:id="rId7"/>
    <p:sldLayoutId id="2147483657" r:id="rId8"/>
    <p:sldLayoutId id="214748365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D515F8-17DA-6481-C0E1-E1DC2D8E36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E3078C5-CBE9-E9B2-A04A-DDB8B8F402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76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0335FC-D23F-7791-FDAB-77B9075EE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A085A-09BF-6D27-86E6-01EC850224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48D9C-F1C9-0DBA-85A5-E8CC173148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057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219E6B-8DD3-4805-FEFC-57A27C9F6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67C07-EC05-F6E3-DF00-259F50DEDF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43EC8D36-7796-0495-B79B-EBD0863421AA}"/>
              </a:ext>
            </a:extLst>
          </p:cNvPr>
          <p:cNvSpPr>
            <a:spLocks noGrp="1"/>
          </p:cNvSpPr>
          <p:nvPr>
            <p:ph type="clipArt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8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4474E-71BF-4F43-7785-AD9A9CD6F6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23D506-D95F-6A58-68B1-02CDE1D0C3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45CD84-D7CA-525A-C604-808DFA856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24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67E388-6164-D326-12AC-2AFE638BDB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64304F2-7867-917B-B2D2-E8BC79209D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04A1E5-07F5-9AFD-7382-B296CA5FC4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79333EC-BCA2-FDE7-3B33-7B61194C98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EB981EB-4C70-9FA2-52F2-AB9CDEBF77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AF7EBB-5029-97D6-7D6F-975D753544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3434414-BB84-3A54-FF08-23930B0DF4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62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29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50E19-A10D-EEA4-094B-FC0F00539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E79B77E1-0D38-CEB3-F296-1B604BB577CA}"/>
              </a:ext>
            </a:extLst>
          </p:cNvPr>
          <p:cNvGraphicFramePr>
            <a:graphicFrameLocks noGrp="1"/>
          </p:cNvGraphicFramePr>
          <p:nvPr>
            <p:ph type="tbl" sz="quarter" idx="4294967295"/>
            <p:extLst>
              <p:ext uri="{D42A27DB-BD31-4B8C-83A1-F6EECF244321}">
                <p14:modId xmlns:p14="http://schemas.microsoft.com/office/powerpoint/2010/main" val="3772665138"/>
              </p:ext>
            </p:extLst>
          </p:nvPr>
        </p:nvGraphicFramePr>
        <p:xfrm>
          <a:off x="846992" y="1348152"/>
          <a:ext cx="10498015" cy="4161696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2099603">
                  <a:extLst>
                    <a:ext uri="{9D8B030D-6E8A-4147-A177-3AD203B41FA5}">
                      <a16:colId xmlns:a16="http://schemas.microsoft.com/office/drawing/2014/main" val="1574352950"/>
                    </a:ext>
                  </a:extLst>
                </a:gridCol>
                <a:gridCol w="2099603">
                  <a:extLst>
                    <a:ext uri="{9D8B030D-6E8A-4147-A177-3AD203B41FA5}">
                      <a16:colId xmlns:a16="http://schemas.microsoft.com/office/drawing/2014/main" val="3354149691"/>
                    </a:ext>
                  </a:extLst>
                </a:gridCol>
                <a:gridCol w="2099603">
                  <a:extLst>
                    <a:ext uri="{9D8B030D-6E8A-4147-A177-3AD203B41FA5}">
                      <a16:colId xmlns:a16="http://schemas.microsoft.com/office/drawing/2014/main" val="3238889233"/>
                    </a:ext>
                  </a:extLst>
                </a:gridCol>
                <a:gridCol w="2099603">
                  <a:extLst>
                    <a:ext uri="{9D8B030D-6E8A-4147-A177-3AD203B41FA5}">
                      <a16:colId xmlns:a16="http://schemas.microsoft.com/office/drawing/2014/main" val="2905017381"/>
                    </a:ext>
                  </a:extLst>
                </a:gridCol>
                <a:gridCol w="2099603">
                  <a:extLst>
                    <a:ext uri="{9D8B030D-6E8A-4147-A177-3AD203B41FA5}">
                      <a16:colId xmlns:a16="http://schemas.microsoft.com/office/drawing/2014/main" val="1544599913"/>
                    </a:ext>
                  </a:extLst>
                </a:gridCol>
              </a:tblGrid>
              <a:tr h="5945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3D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 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3D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 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3D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 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3D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 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3D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62088"/>
                  </a:ext>
                </a:extLst>
              </a:tr>
              <a:tr h="594528"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Row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717881"/>
                  </a:ext>
                </a:extLst>
              </a:tr>
              <a:tr h="594528"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Row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445586"/>
                  </a:ext>
                </a:extLst>
              </a:tr>
              <a:tr h="594528"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Row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877146"/>
                  </a:ext>
                </a:extLst>
              </a:tr>
              <a:tr h="594528"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Row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366487"/>
                  </a:ext>
                </a:extLst>
              </a:tr>
              <a:tr h="594528"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Row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09264"/>
                  </a:ext>
                </a:extLst>
              </a:tr>
              <a:tr h="594528"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Row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759090"/>
                  </a:ext>
                </a:extLst>
              </a:tr>
            </a:tbl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903D7A8-44DC-ED78-22A3-A6250E5EBA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6992" y="489438"/>
            <a:ext cx="5839574" cy="737700"/>
          </a:xfrm>
        </p:spPr>
        <p:txBody>
          <a:bodyPr>
            <a:noAutofit/>
          </a:bodyPr>
          <a:lstStyle>
            <a:lvl1pPr marL="9525" indent="-9525">
              <a:buNone/>
              <a:tabLst/>
              <a:defRPr sz="3200" b="1" i="0">
                <a:solidFill>
                  <a:srgbClr val="AB3D3F"/>
                </a:solidFill>
                <a:latin typeface="Poppins" pitchFamily="2" charset="77"/>
                <a:cs typeface="Poppins" pitchFamily="2" charset="77"/>
              </a:defRPr>
            </a:lvl1pPr>
            <a:lvl2pPr marL="9525" indent="-9525">
              <a:buNone/>
              <a:tabLst/>
              <a:defRPr>
                <a:solidFill>
                  <a:srgbClr val="FEBA5A"/>
                </a:solidFill>
              </a:defRPr>
            </a:lvl2pPr>
            <a:lvl3pPr marL="9525" indent="-9525">
              <a:buNone/>
              <a:tabLst/>
              <a:defRPr>
                <a:solidFill>
                  <a:srgbClr val="FEBA5A"/>
                </a:solidFill>
              </a:defRPr>
            </a:lvl3pPr>
            <a:lvl4pPr marL="9525" indent="-9525">
              <a:buNone/>
              <a:tabLst/>
              <a:defRPr>
                <a:solidFill>
                  <a:srgbClr val="FEBA5A"/>
                </a:solidFill>
              </a:defRPr>
            </a:lvl4pPr>
            <a:lvl5pPr marL="9525" indent="-9525">
              <a:buNone/>
              <a:tabLst/>
              <a:defRPr>
                <a:solidFill>
                  <a:srgbClr val="FEBA5A"/>
                </a:solidFill>
              </a:defRPr>
            </a:lvl5pPr>
          </a:lstStyle>
          <a:p>
            <a:pPr lvl="0"/>
            <a:r>
              <a:rPr lang="en-US" dirty="0"/>
              <a:t>Table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18869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3591-43FA-0943-581C-8A8022CD05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35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7e7508-98d8-4d44-adcb-ef8e87c43aeb">
      <Terms xmlns="http://schemas.microsoft.com/office/infopath/2007/PartnerControls"/>
    </lcf76f155ced4ddcb4097134ff3c332f>
    <TaxCatchAll xmlns="029b47ac-dfc3-4a78-a146-9328422ffc2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2D7E0F094D9459F0D8AD544C81A1D" ma:contentTypeVersion="17" ma:contentTypeDescription="Create a new document." ma:contentTypeScope="" ma:versionID="acf9e738a288c12215d25aaf286ed4a9">
  <xsd:schema xmlns:xsd="http://www.w3.org/2001/XMLSchema" xmlns:xs="http://www.w3.org/2001/XMLSchema" xmlns:p="http://schemas.microsoft.com/office/2006/metadata/properties" xmlns:ns2="b37e7508-98d8-4d44-adcb-ef8e87c43aeb" xmlns:ns3="029b47ac-dfc3-4a78-a146-9328422ffc22" targetNamespace="http://schemas.microsoft.com/office/2006/metadata/properties" ma:root="true" ma:fieldsID="12a109ebfb79587208d377fc8ce12113" ns2:_="" ns3:_="">
    <xsd:import namespace="b37e7508-98d8-4d44-adcb-ef8e87c43aeb"/>
    <xsd:import namespace="029b47ac-dfc3-4a78-a146-9328422ffc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7508-98d8-4d44-adcb-ef8e87c43a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1baf4cd-5b54-4e76-b1d9-f5b4c55054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9b47ac-dfc3-4a78-a146-9328422ffc2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a5881349-7c36-4740-adab-dba0362a694f}" ma:internalName="TaxCatchAll" ma:showField="CatchAllData" ma:web="029b47ac-dfc3-4a78-a146-9328422ffc2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CB51B8-E36A-48C6-A6A6-3F83B4595FB1}">
  <ds:schemaRefs>
    <ds:schemaRef ds:uri="http://schemas.microsoft.com/office/2006/metadata/properties"/>
    <ds:schemaRef ds:uri="http://schemas.microsoft.com/office/infopath/2007/PartnerControls"/>
    <ds:schemaRef ds:uri="b37e7508-98d8-4d44-adcb-ef8e87c43aeb"/>
    <ds:schemaRef ds:uri="029b47ac-dfc3-4a78-a146-9328422ffc22"/>
  </ds:schemaRefs>
</ds:datastoreItem>
</file>

<file path=customXml/itemProps2.xml><?xml version="1.0" encoding="utf-8"?>
<ds:datastoreItem xmlns:ds="http://schemas.openxmlformats.org/officeDocument/2006/customXml" ds:itemID="{62D7E678-0BDD-42C1-AEE2-4DC521AAA8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D6489D-29A2-4501-9B15-545B50B629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7e7508-98d8-4d44-adcb-ef8e87c43aeb"/>
    <ds:schemaRef ds:uri="029b47ac-dfc3-4a78-a146-9328422ffc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26</Words>
  <Application>Microsoft Macintosh PowerPoint</Application>
  <PresentationFormat>Widescreen</PresentationFormat>
  <Paragraphs>13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Candara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Frederick Elikplim Blasu</dc:creator>
  <cp:lastModifiedBy>Ebenezer Gwumah Buckman</cp:lastModifiedBy>
  <cp:revision>4</cp:revision>
  <dcterms:created xsi:type="dcterms:W3CDTF">2026-01-29T14:22:56Z</dcterms:created>
  <dcterms:modified xsi:type="dcterms:W3CDTF">2026-02-03T17:28:44Z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0x01010064A2D7E0F094D9459F0D8AD544C81A1D</vt:lpwstr>
  </property>
</Properties>
</file>